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10972800" cy="1097280"/>
          </a:xfrm>
          <a:prstGeom prst="rect">
            <a:avLst/>
          </a:prstGeom>
          <a:noFill/>
          <a:ln/>
        </p:spPr>
        <p:txBody>
          <a:bodyPr wrap="square" rtlCol="0" anchor="ctr"/>
          <a:lstStyle/>
          <a:p>
            <a:pPr algn="l" indent="0" marL="0">
              <a:lnSpc>
                <a:spcPts val="3000"/>
              </a:lnSpc>
              <a:buNone/>
            </a:pPr>
            <a:r>
              <a:rPr lang="ja-JP" altLang="en-US" sz="3200" b="1" dirty="0">
                <a:solidFill>
                  <a:srgbClr val="333333"/>
                </a:solidFill>
                <a:latin typeface="Yu Gothic" pitchFamily="34" charset="0"/>
                <a:ea typeface="Yu Gothic" pitchFamily="34" charset="-122"/>
                <a:cs typeface="Yu Gothic" pitchFamily="34" charset="-120"/>
              </a:rPr>
              <a:t>ChatGPT導入研修 基礎編</a:t>
            </a:r>
            <a:endParaRPr lang="ja-JP" sz="3200" dirty="0"/>
          </a:p>
        </p:txBody>
      </p:sp>
      <p:sp>
        <p:nvSpPr>
          <p:cNvPr id="3" name="Text 1"/>
          <p:cNvSpPr/>
          <p:nvPr/>
        </p:nvSpPr>
        <p:spPr>
          <a:xfrm>
            <a:off x="1371600" y="2286000"/>
            <a:ext cx="10058400" cy="3657600"/>
          </a:xfrm>
          <a:prstGeom prst="rect">
            <a:avLst/>
          </a:prstGeom>
          <a:noFill/>
          <a:ln/>
        </p:spPr>
        <p:txBody>
          <a:bodyPr wrap="square" rtlCol="0" anchor="t"/>
          <a:lstStyle/>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1.  DX（視聴：約45分）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2.  AIの進化・大規模言語モデル（視聴：約1時間20分）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3.  ChatGPTの利用動向（視聴：約25分）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4.  ChatGPT基礎編（実践含む：約30分）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5.  プロンプトエンジニアリング（実践含む：約7時間）</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6.  ChatGPTの応用について（視聴：約10分）</a:t>
            </a:r>
            <a:endParaRPr lang="ja-JP"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はじめに</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5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500" dirty="0"/>
          </a:p>
        </p:txBody>
      </p:sp>
      <p:sp>
        <p:nvSpPr>
          <p:cNvPr id="4" name="Text 2"/>
          <p:cNvSpPr/>
          <p:nvPr/>
        </p:nvSpPr>
        <p:spPr>
          <a:xfrm>
            <a:off x="914400" y="2743200"/>
            <a:ext cx="10515600" cy="22860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1-3. 実践</a:t>
            </a:r>
            <a:endParaRPr lang="ja-JP" sz="2400" dirty="0"/>
          </a:p>
        </p:txBody>
      </p:sp>
      <p:sp>
        <p:nvSpPr>
          <p:cNvPr id="3" name="Text 1"/>
          <p:cNvSpPr/>
          <p:nvPr/>
        </p:nvSpPr>
        <p:spPr>
          <a:xfrm>
            <a:off x="10058400" y="91440"/>
            <a:ext cx="1828800" cy="365760"/>
          </a:xfrm>
          <a:prstGeom prst="rect">
            <a:avLst/>
          </a:prstGeom>
          <a:noFill/>
          <a:ln/>
        </p:spPr>
        <p:txBody>
          <a:bodyPr wrap="square" rtlCol="0" anchor="ctr"/>
          <a:lstStyle/>
          <a:p>
            <a:pPr algn="r" indent="0" marL="0">
              <a:buNone/>
            </a:pPr>
            <a:r>
              <a:rPr lang="ja-JP" altLang="en-US" sz="1200" dirty="0">
                <a:solidFill>
                  <a:srgbClr val="666666"/>
                </a:solidFill>
                <a:latin typeface="Yu Gothic" pitchFamily="34" charset="0"/>
                <a:ea typeface="Yu Gothic" pitchFamily="34" charset="-122"/>
                <a:cs typeface="Yu Gothic" pitchFamily="34" charset="-120"/>
              </a:rPr>
              <a:t>目安時間：1分</a:t>
            </a:r>
            <a:endParaRPr lang="ja-JP" sz="1200" dirty="0"/>
          </a:p>
        </p:txBody>
      </p:sp>
      <p:sp>
        <p:nvSpPr>
          <p:cNvPr id="4" name="Text 2"/>
          <p:cNvSpPr/>
          <p:nvPr/>
        </p:nvSpPr>
        <p:spPr>
          <a:xfrm>
            <a:off x="914400" y="1371600"/>
            <a:ext cx="10515600" cy="36576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0972800" cy="914400"/>
        </p:xfrm>
        <a:graphic>
          <a:graphicData uri="http://schemas.openxmlformats.org/drawingml/2006/table">
            <a:tbl>
              <a:tblPr/>
              <a:tblGrid>
                <a:gridCol w="457200"/>
                <a:gridCol w="1828800"/>
                <a:gridCol w="4114800"/>
                <a:gridCol w="411480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2025-11-13T03:13:06Z</dcterms:created>
  <dcterms:modified xsi:type="dcterms:W3CDTF">2025-11-13T03:13:06Z</dcterms:modified>
</cp:coreProperties>
</file>