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5FB8A6"/>
          </a:solidFill>
          <a:ln/>
        </p:spPr>
      </p:sp>
      <p:pic>
        <p:nvPicPr>
          <p:cNvPr id="3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2286000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000"/>
              </a:lnSpc>
              <a:buNone/>
            </a:pPr>
            <a:r>
              <a:rPr lang="ja-JP" altLang="en-US" sz="3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第1章: ChatGPTとの対話</a:t>
            </a:r>
            <a:endParaRPr lang="ja-JP" sz="3600" dirty="0"/>
          </a:p>
        </p:txBody>
      </p:sp>
      <p:sp>
        <p:nvSpPr>
          <p:cNvPr id="5" name="Text 2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1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目安: 110分（動画55分 + 実践55分）</a:t>
            </a:r>
            <a:endParaRPr lang="ja-JP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5FB8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2743200" cy="274320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1-1. ChatGPTとは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0" y="22860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🎨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Illustration</a:t>
            </a:r>
            <a:endParaRPr lang="en-US" sz="2400" dirty="0"/>
          </a:p>
        </p:txBody>
      </p:sp>
      <p:pic>
        <p:nvPicPr>
          <p:cNvPr id="5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1-1-1. ChatGPTの登場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8046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altLang="en-US" sz="11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レッスン1 (5分)</a:t>
            </a:r>
            <a:endParaRPr lang="ja-JP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こんにちは。この動画では、ChatGPTがどのようなツールなのかについて学んでいきます</a:t>
            </a:r>
            <a:endParaRPr lang="ja-JP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2022年11月、OpenAIがChatGPTを公開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わずか2ヶ月で月間アクティブユーザー1億人を突破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史上最も急速に成長したWebアプリケーション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ビジネスから教育、創作活動まで幅広く活用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「対話型AI」という新しいツールの誕生</a:t>
            </a:r>
            <a:endParaRPr lang="ja-JP" sz="1400" dirty="0"/>
          </a:p>
        </p:txBody>
      </p:sp>
      <p:pic>
        <p:nvPicPr>
          <p:cNvPr id="7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1-1-2. 大規模言語モデル（LLM）とは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ChatGPTの核となっているのが「大規模言語モデル（Large Language Model、LLM）」という技術です</a:t>
            </a:r>
            <a:endParaRPr lang="ja-JP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インターネット上の膨大なテキストデータから学習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人間の言語パターンを理解し、自然な文章を生成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単語の並び方や文脈を統計的に予測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GPT-4は1兆個以上のパラメータで構成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「次に来る言葉」を高精度で予測する能力</a:t>
            </a:r>
            <a:endParaRPr lang="ja-JP" sz="1400" dirty="0"/>
          </a:p>
        </p:txBody>
      </p:sp>
      <p:pic>
        <p:nvPicPr>
          <p:cNvPr id="6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1-1-3. ChatGPTができること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ChatGPTは様々なタスクをこなすことができます。主な機能を見ていきましょう</a:t>
            </a:r>
            <a:endParaRPr lang="ja-JP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質問への回答：専門的な内容から日常的な疑問まで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文章作成：メール、報告書、企画書などの下書き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要約：長文を簡潔にまとめる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翻訳：多言語間の翻訳サポート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コード生成：プログラミングのサポート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アイデア出し：創造的な提案やブレインストーミング</a:t>
            </a:r>
            <a:endParaRPr lang="ja-JP" sz="1400" dirty="0"/>
          </a:p>
        </p:txBody>
      </p:sp>
      <p:pic>
        <p:nvPicPr>
          <p:cNvPr id="6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1-1-4. ChatGPTができないこと・苦手なこと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一方で、ChatGPTにも限界があります。これを理解することが安全な活用の第一歩です</a:t>
            </a:r>
            <a:endParaRPr lang="ja-JP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最新情報へのアクセス：学習データの期限がある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事実確認：時々誤った情報を生成（ハルシネーション）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個人的な判断：倫理的判断や意思決定は人間が必要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専門的な診断：医療や法律の正式な診断はできない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計算の正確性：複雑な数値計算は不得意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リアルタイム性：株価や天気などの最新データは不正確</a:t>
            </a:r>
            <a:endParaRPr lang="ja-JP" sz="1400" dirty="0"/>
          </a:p>
        </p:txBody>
      </p:sp>
      <p:pic>
        <p:nvPicPr>
          <p:cNvPr id="6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1-1-5. 無料版と有料版の違い</a:t>
            </a:r>
            <a:endParaRPr lang="ja-JP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無料版（GPT-3.5）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有料版（GPT-4）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B8A6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月額料金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無料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20ドル（約3,000円）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モデル性能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標準的な回答品質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より高精度で論理的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回答速度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速い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やや遅い（高品質のため）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画像認識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 画像の内容を理解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画像生成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 DALL-E 3統合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Web検索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 最新情報の取得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プラグイン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 外部サービス連携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ファイル分析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 PDF、Excel等の解析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長文対応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約3,000単語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約25,000単語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1-1-6. ビジネスシーンでの活用例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実際のビジネスシーンでは、こんな使い方ができます</a:t>
            </a:r>
            <a:endParaRPr lang="ja-JP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営業：提案書の下書き、顧客への返信メール作成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マーケティング：キャッチコピーのアイデア出し、SNS投稿文案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人事：求人票の作成、面接質問リストの生成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カスタマーサポート：FAQ作成、問い合わせ対応のテンプレート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経営企画：市場調査の要約、競合分析レポート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開発：コードのレビュー、ドキュメント作成</a:t>
            </a:r>
            <a:endParaRPr lang="ja-JP" sz="1400" dirty="0"/>
          </a:p>
        </p:txBody>
      </p:sp>
      <p:pic>
        <p:nvPicPr>
          <p:cNvPr id="6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1-1-7. アカウント作成手順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それでは実際にChatGPTを使い始めるための手順を見ていきましょう</a:t>
            </a:r>
            <a:endParaRPr lang="ja-JP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OpenAI公式サイト（chat.openai.com）にアクセス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「Sign up」をクリック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メールアドレスまたはGoogleアカウントで登録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電話番号による本人確認（SMS認証）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利用規約を確認して同意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登録完了後、すぐに無料版が利用可能</a:t>
            </a:r>
            <a:endParaRPr lang="ja-JP" sz="1400" dirty="0"/>
          </a:p>
        </p:txBody>
      </p:sp>
      <p:pic>
        <p:nvPicPr>
          <p:cNvPr id="6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1-1-8. ChatGPT画面の基本構成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ChatGPTのインターフェースはシンプルで使いやすい設計になっています。画面の各部分を確認しましょう。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2286000"/>
            <a:ext cx="8229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99999"/>
                </a:solidFill>
              </a:rPr>
              <a:t>📷 Screenshot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999999"/>
                </a:solidFill>
              </a:rPr>
              <a:t>Placeholder</a:t>
            </a:r>
            <a:endParaRPr lang="en-US" sz="2400" dirty="0"/>
          </a:p>
        </p:txBody>
      </p:sp>
      <p:pic>
        <p:nvPicPr>
          <p:cNvPr id="5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FB8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2743200" cy="274320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1-2. 基本的な使い方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0" y="22860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🎨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Illustration</a:t>
            </a:r>
            <a:endParaRPr lang="en-US" sz="2400" dirty="0"/>
          </a:p>
        </p:txBody>
      </p:sp>
      <p:pic>
        <p:nvPicPr>
          <p:cNvPr id="5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1-2-1. チャット画面の操作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8046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altLang="en-US" sz="11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レッスン2 (10分)</a:t>
            </a:r>
            <a:endParaRPr lang="ja-JP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ChatGPTの基本的な操作方法を学びます。とてもシンプルですが、知っておくと便利な機能があります</a:t>
            </a:r>
            <a:endParaRPr lang="ja-JP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テキスト入力欄：画面下部のボックスに質問や指示を入力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送信ボタン：Enterキーまたは送信アイコンで送信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会話履歴：左サイドバーに過去のチャット一覧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新しいチャット：左上の「+ New chat」ボタン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設定メニュー：右上のアイコンから各種設定</a:t>
            </a:r>
            <a:endParaRPr lang="ja-JP" sz="1400" dirty="0"/>
          </a:p>
        </p:txBody>
      </p:sp>
      <p:pic>
        <p:nvPicPr>
          <p:cNvPr id="7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1-2-2. 最初の質問をしてみる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初めての質問は、簡単な内容から始めてみましょう。ChatGPTがどのように応答するか体験することが大切です</a:t>
            </a:r>
            <a:endParaRPr lang="ja-JP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挨拶から始めてOK：「こんにちは」でも応答します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シンプルな質問：「東京の観光スポットを教えて」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ChatGPTは文脈を理解：前の発言を覚えています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途中で質問を変えてもOK：柔軟に対応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日本語でも英語でも：多言語対応</a:t>
            </a:r>
            <a:endParaRPr lang="ja-JP" sz="1400" dirty="0"/>
          </a:p>
        </p:txBody>
      </p:sp>
      <p:pic>
        <p:nvPicPr>
          <p:cNvPr id="6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1-2-3. 質問の仕方のコツ - 例1</a:t>
            </a:r>
            <a:endParaRPr lang="ja-JP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332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悪い質問例: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「仕事の効率を上げたい」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抽象的すぎて、適切な回答が得られにくい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良い質問例: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「営業職をしています。毎日50件の顧客メール対応に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2時間かかっています。ChatGPTを使って効率化する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方法を3つ提案してください。」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具体的な状況と希望する回答形式を明示</a:t>
            </a:r>
            <a:endParaRPr lang="en-US" sz="1300" dirty="0"/>
          </a:p>
        </p:txBody>
      </p:sp>
      <p:pic>
        <p:nvPicPr>
          <p:cNvPr id="5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1-2-4. 質問の仕方のコツ - 例2</a:t>
            </a:r>
            <a:endParaRPr lang="ja-JP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332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悪い質問例: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「このエラーを直して」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エラーの内容が不明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良い質問例: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「Pythonでファイルを読み込むコードを実行したところ、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'FileNotFoundError'というエラーが出ました。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コード: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[エラーが出たコードを貼り付け]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このエラーの原因と解決方法を教えてください。」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エラー内容、コード、環境を明示</a:t>
            </a:r>
            <a:endParaRPr lang="en-US" sz="1300" dirty="0"/>
          </a:p>
        </p:txBody>
      </p:sp>
      <p:pic>
        <p:nvPicPr>
          <p:cNvPr id="5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1-2-5. 回答の読み方と評価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ChatGPTの回答をどう受け止め、評価するかも重要なスキルです</a:t>
            </a:r>
            <a:endParaRPr lang="ja-JP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すべてを鵜呑みにしない：必ず内容を確認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情報源を確認：重要な情報は別途裏取り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複数回試す：同じ質問でも回答が変わることがある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「再生成」ボタン：別の角度からの回答を得る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良い回答には：OpenAIへのフィードバック</a:t>
            </a:r>
            <a:endParaRPr lang="ja-JP" sz="1400" dirty="0"/>
          </a:p>
        </p:txBody>
      </p:sp>
      <p:pic>
        <p:nvPicPr>
          <p:cNvPr id="6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1-2-6. 追加質問で深掘りする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ChatGPTの強みは対話を続けられること。追加質問で理解を深めましょう</a:t>
            </a:r>
            <a:endParaRPr lang="ja-JP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「もっと詳しく説明して」：より詳細な情報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「具体例を教えて」：実践的な理解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「別の方法はある？」：代替案の提示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「初心者向けに説明して」：難易度の調整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「表形式でまとめて」：見やすい整理</a:t>
            </a:r>
            <a:endParaRPr lang="ja-JP" sz="1400" dirty="0"/>
          </a:p>
        </p:txBody>
      </p:sp>
      <p:pic>
        <p:nvPicPr>
          <p:cNvPr id="6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1-2-7. 会話履歴の管理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チャット履歴を適切に管理することで、効率的に作業できます</a:t>
            </a:r>
            <a:endParaRPr lang="ja-JP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チャット名の変更：左サイドバーのチャットをクリック編集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チャットの削除：不要なチャットは整理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チャットの検索：過去の会話を素早く見つける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フォルダ分け：テーマ別に整理（有料版のみ）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エクスポート：重要な会話はローカル保存</a:t>
            </a:r>
            <a:endParaRPr lang="ja-JP" sz="1400" dirty="0"/>
          </a:p>
        </p:txBody>
      </p:sp>
      <p:pic>
        <p:nvPicPr>
          <p:cNvPr id="6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1-2-8. 新しいチャットを始めるタイミング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いつ新しいチャットを開始すべきか、判断基準を知っておきましょう</a:t>
            </a:r>
            <a:endParaRPr lang="ja-JP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話題が変わるとき：全く別のテーマに移る場合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文脈がリセットが必要：前の会話が邪魔になる時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長い会話：20〜30往復で新規チャット推奨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エラーが頻発：新しいチャットで改善することも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重要なプロジェクト：専用のチャットを作成</a:t>
            </a:r>
            <a:endParaRPr lang="ja-JP" sz="1400" dirty="0"/>
          </a:p>
        </p:txBody>
      </p:sp>
      <p:pic>
        <p:nvPicPr>
          <p:cNvPr id="6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5FB8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2743200" cy="274320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1-3. 実践演習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0" y="22860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🎨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Illustration</a:t>
            </a:r>
            <a:endParaRPr lang="en-US" sz="2400" dirty="0"/>
          </a:p>
        </p:txBody>
      </p:sp>
      <p:pic>
        <p:nvPicPr>
          <p:cNvPr id="5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1-3. 実践ワーク（55分）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8046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altLang="en-US" sz="11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実際に手を動かして学びましょう</a:t>
            </a:r>
            <a:endParaRPr lang="ja-JP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ここからは実際にChatGPTを使って、基本的な操作に慣れていきます。各ワークに取り組んでみてください</a:t>
            </a:r>
            <a:endParaRPr lang="ja-JP" sz="1400" dirty="0"/>
          </a:p>
        </p:txBody>
      </p:sp>
      <p:pic>
        <p:nvPicPr>
          <p:cNvPr id="6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ワーク1: 簡単な対話を始める（10分）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515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タスク: ChatGPTに自己紹介をして、対話を始めてみる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例:「こんにちは。私は〇〇社で営業をしています。ChatGPTの使い方を学んでいます。」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ChatGPTからの応答を確認する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続けて、あなたの業種について質問してみる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3〜5往復の対話を体験する</a:t>
            </a:r>
            <a:endParaRPr lang="ja-JP" sz="1400" dirty="0"/>
          </a:p>
        </p:txBody>
      </p:sp>
      <p:pic>
        <p:nvPicPr>
          <p:cNvPr id="5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ワーク2: 情報を引き出す質問（15分）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515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タスク: あなたの業界のトレンドについて質問する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最初は漠然とした質問から始める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追加質問で具体的な情報を引き出す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「もっと詳しく」「例を教えて」などを使う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得られた情報の質を評価してみる</a:t>
            </a:r>
            <a:endParaRPr lang="ja-JP" sz="1400" dirty="0"/>
          </a:p>
        </p:txBody>
      </p:sp>
      <p:pic>
        <p:nvPicPr>
          <p:cNvPr id="5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ワーク3: 複数ステップの依頼（15分）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515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タスク: 「1週間の業務改善計画を立ててください」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ChatGPTが提案した内容を確認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一部の項目について詳細を質問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自分の状況に合わせて調整を依頼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最終的な計画をまとめてもらう</a:t>
            </a:r>
            <a:endParaRPr lang="ja-JP" sz="1400" dirty="0"/>
          </a:p>
        </p:txBody>
      </p:sp>
      <p:pic>
        <p:nvPicPr>
          <p:cNvPr id="5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ワーク4: 業務に関連する質問作成（15分）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515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タスク: あなたの実際の業務課題を1つ選ぶ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その課題について、ChatGPTに質問する文章を作成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質問に必要な文脈情報を整理する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実際にChatGPTに質問してみる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回答を評価し、必要に応じて追加質問</a:t>
            </a:r>
            <a:endParaRPr lang="ja-JP" sz="1400" dirty="0"/>
          </a:p>
        </p:txBody>
      </p:sp>
      <p:pic>
        <p:nvPicPr>
          <p:cNvPr id="5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振り返り: 第1章で学んだこと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515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ChatGPTの基本的な仕組みと特徴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できることとできないことの理解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効果的な質問の仕方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対話を通じた情報の深掘り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実際の業務への応用の可能性</a:t>
            </a:r>
            <a:endParaRPr lang="ja-JP" sz="1400" dirty="0"/>
          </a:p>
        </p:txBody>
      </p:sp>
      <p:pic>
        <p:nvPicPr>
          <p:cNvPr id="5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次のステップ: 第2章へ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第1章お疲れ様でした。次の第2章では、より高度な「プロンプトエンジニアリング」について学びます</a:t>
            </a:r>
            <a:endParaRPr lang="ja-JP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プロンプトの構造を理解する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効果的なプロンプトパターンを習得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実践的なテンプレートの作成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業務での応用力を高める</a:t>
            </a:r>
            <a:endParaRPr lang="ja-JP" sz="1400" dirty="0"/>
          </a:p>
        </p:txBody>
      </p:sp>
      <p:pic>
        <p:nvPicPr>
          <p:cNvPr id="6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Stella Co., Ltd.</dc:creator>
  <cp:lastModifiedBy>Stella Co., Ltd.</cp:lastModifiedBy>
  <cp:revision>1</cp:revision>
  <dcterms:created xsi:type="dcterms:W3CDTF">2025-11-14T15:04:05Z</dcterms:created>
  <dcterms:modified xsi:type="dcterms:W3CDTF">2025-11-14T15:04:05Z</dcterms:modified>
</cp:coreProperties>
</file>