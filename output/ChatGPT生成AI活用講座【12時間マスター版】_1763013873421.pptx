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ts val="3000"/>
              </a:lnSpc>
              <a:buNone/>
            </a:pPr>
            <a:r>
              <a:rPr lang="ja-JP" altLang="en-US" sz="32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ChatGPT生成AI活用講座</a:t>
            </a:r>
            <a:endParaRPr lang="ja-JP" sz="3200" dirty="0"/>
          </a:p>
        </p:txBody>
      </p:sp>
      <p:sp>
        <p:nvSpPr>
          <p:cNvPr id="3" name="Text 1"/>
          <p:cNvSpPr/>
          <p:nvPr/>
        </p:nvSpPr>
        <p:spPr>
          <a:xfrm>
            <a:off x="1371600" y="228600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ja-JP" altLang="en-US" sz="16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12時間マスター版</a:t>
            </a:r>
            <a:endParaRPr lang="ja-JP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第0章: はじめに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本講座について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30分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この講座は、ChatGPTを業務で活用するための実践的なスキルを12時間で習得することを目指します。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ChatGPTの基礎から応用まで体系的に学習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実務に即した実践演習を多数収録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プロンプトエンジニアリングの技術を習得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業務効率化の具体的な手法を学ぶ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安全で効果的なAI活用のベストプラクティス</a:t>
            </a:r>
            <a:endParaRPr lang="ja-JP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学習の進め方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各章の動画を視聴して基礎知識を習得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実践ワークで手を動かして学ぶ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自分の業務に応用できるプロンプトを作成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段階的に難易度を上げていく構成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繰り返し復習して定着させる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第1章: ChatGPTとの対話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1-1. ChatGPTとは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25分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ChatGPTは、OpenAIが開発した大規模言語モデルです。自然な対話を通じて、様々な業務を支援します。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大規模言語モデル(LLM)の仕組み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ChatGPTができること・できないこと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ビジネスシーンでの活用可能性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有料版と無料版の違い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アカウント作成と初期設定</a:t>
            </a:r>
            <a:endParaRPr lang="ja-JP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1-2. 基本的な使い方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30分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チャット画面の基本操作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質問の仕方とコツ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回答の読み方と評価方法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会話履歴の管理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新しいチャットの開始タイミング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1-3. 実践演習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55分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実際にChatGPTを使って、基本的な質問から複雑な依頼まで試してみましょう。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簡単な質問で対話を始める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詳細な情報を引き出す質問の工夫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複数ステップの依頼を試す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回答の質を高める追加質問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自分の業務に関連する質問を作成</a:t>
            </a:r>
            <a:endParaRPr lang="ja-JP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第2章: プロンプトエンジニアリング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2-1. プロンプトとは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30分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プロンプトは、AIに対する指示文です。効果的なプロンプトを書くことで、より良い結果が得られます。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プロンプトの定義と重要性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良いプロンプトの条件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プロンプトエンジニアリングとは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基本的なプロンプトパターン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よくある失敗例と改善方法</a:t>
            </a:r>
            <a:endParaRPr lang="ja-JP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2-2. 効果的なプロンプトの要素</a:t>
            </a:r>
            <a:endParaRPr lang="ja-JP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188720"/>
                <a:gridCol w="3657600"/>
                <a:gridCol w="57607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#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要素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説明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具体例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FB8A6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役割設定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ChatGPTに特定の専門家や立場を与える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「あなたはプロのマーケティングコンサルタントです」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文脈提供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背景情報や状況を詳しく説明する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「弊社は中小企業向けのSaaS製品を開発しています」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具体的な指示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何をしてほしいのか明確に伝える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「新製品のキャッチコピーを3つ提案してください」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出力形式の指定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回答の形式や構造を指定する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「箇条書きで、各項目200文字以内でまとめてください」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制約条件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守るべきルールや避けるべき内容を指定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「専門用語を使わず、初心者にもわかる表現で」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73152" marR="73152" marT="73152" marB="73152" anchor="t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2-3. プロンプトテンプレート例</a:t>
            </a:r>
            <a:endParaRPr lang="ja-JP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54480"/>
            <a:ext cx="103327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役割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あなたはビジネス文書作成の専門家です。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依頼内容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以下の議事録を要約して、アクションアイテムを抽出してください。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制約条件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要約は300文字以内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アクションアイテムは担当者と期限を明記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箇条書きで見やすく整理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入力データ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[ここに議事録を貼り付け]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出力形式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要約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[要約内容]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アクションアイテム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[項目1] 担当: [名前] 期限: [日付]</a:t>
            </a:r>
            <a:endParaRPr lang="en-US" sz="13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[項目2] 担当: [名前] 期限: [日付]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2-4. 実践ワーク: プロンプト作成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60分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自分の業務で使えるプロンプトを設計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役割・文脈・指示・形式を組み合わせる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実際に試して結果を評価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改善ポイントを見つけて修正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テンプレート化して再利用可能にする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第3章: 業務効率化の実践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3-1. 文書作成業務の効率化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40分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ChatGPTを活用することで、メール、報告書、企画書などの文書作成時間を大幅に短縮できます。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メール文章の下書き作成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報告書のアウトライン生成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企画書の構成案作成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文章の校正・推敲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異なるトーンへの書き直し</a:t>
            </a:r>
            <a:endParaRPr lang="ja-JP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3-2. 情報収集・分析業務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40分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大量の情報を要約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データの傾向分析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競合調査のサポート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市場トレンドの整理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専門用語の解説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3-3. アイデア発想・企画立案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40分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ブレインストーミングのパートナーとして活用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多角的な視点からのアイデア提案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既存アイデアの改善案生成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実現可能性の検討サポート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企画書の論理構成チェック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3-4. プログラミング・技術サポート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40分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コードの生成とデバッグ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技術的な質問への回答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正規表現やSQL文の作成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Excelマクロの作成支援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技術文書の理解サポート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3-5. 実践演習: 業務プロセス改善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40分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自分の業務プロセスを分析し、ChatGPTで効率化できる箇所を特定して実装します。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現在の業務プロセスをマッピング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時間のかかるタスクを洗い出し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ChatGPTで自動化・効率化できる部分を特定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具体的なプロンプトを作成して試行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効果測定と改善サイクルの確立</a:t>
            </a:r>
            <a:endParaRPr lang="ja-JP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第4章: 安全なAI活用術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4-1. 情報セキュリティの基本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20分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ChatGPTを業務で使う際には、情報セキュリティへの配慮が不可欠です。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入力してはいけない情報の種類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機密情報・個人情報の取り扱い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データ保存と学習への利用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OpenAIのプライバシーポリシー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企業版ChatGPTの活用</a:t>
            </a:r>
            <a:endParaRPr lang="ja-JP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4-2. 出力内容の検証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20分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ハルシネーション(誤情報)の危険性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出力内容の事実確認方法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情報源の裏取り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専門家によるレビューの重要性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責任の所在の明確化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4-3. 倫理的な利用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20分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著作権と知的財産権への配慮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生成物の権利関係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不適切な利用の防止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バイアスへの注意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社会的責任を持った活用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第5章: ChatGPTの進化と自動化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5-1. GPTsとカスタマイズ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35分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GPTsは、特定の用途に特化したカスタムChatGPTを作成できる機能です。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GPTsとは何か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カスタムGPTの作成方法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指示文(Instructions)の設計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ナレッジファイルのアップロード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社内向けGPTsの活用事例</a:t>
            </a:r>
            <a:endParaRPr lang="ja-JP" sz="1500" dirty="0"/>
          </a:p>
        </p:txBody>
      </p:sp>
      <p:sp>
        <p:nvSpPr>
          <p:cNvPr id="6" name="Text 4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5-2. API連携と自動化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35分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ChatGPT APIの基本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Zapier/Make.comとの連携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Slackボットの作成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定型業務の自動化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コスト管理と運用のポイント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5-3. 最新機能とトレンド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35分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画像認識・生成機能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音声入力・出力機能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Web検索機能の活用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プラグインとアクション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今後の進化予測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5FB8A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0"/>
            <a:ext cx="2743200" cy="2743200"/>
          </a:xfrm>
          <a:prstGeom prst="rect">
            <a:avLst/>
          </a:prstGeom>
          <a:solidFill>
            <a:srgbClr val="FFFFFF">
              <a:alpha val="10000"/>
            </a:srgbClr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82880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第6章: まとめ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Illustration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学習の振り返り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10058400" y="91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ja-JP" altLang="en-US" sz="12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目安: 15分</a:t>
            </a:r>
            <a:endParaRPr lang="ja-JP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12時間で習得したスキルの確認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効果的なプロンプトエンジニアリング技術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業務効率化の具体的手法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安全で倫理的なAI活用の重要性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継続的な学習と実践のポイント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次のステップ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毎日の業務でChatGPTを使い続ける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プロンプトライブラリを構築する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チーム内で知見を共有する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最新情報を継続的にキャッチアップ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より高度な活用方法を探求する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ja-JP" altLang="en-US" sz="2400" b="1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</a:t>
            </a:r>
            <a:endParaRPr lang="ja-JP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ja-JP" altLang="en-US" sz="150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本講座に関するご質問や、追加の研修プログラムについては、Stella株式会社までお気軽にお問い合わせください。</a:t>
            </a:r>
            <a:endParaRPr lang="ja-JP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Email: info@stella-corp.jp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Web: https://stella-corp.jp</a:t>
            </a: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endParaRPr lang="ja-JP" sz="1500" dirty="0"/>
          </a:p>
          <a:p>
            <a:pPr algn="l" marL="342900" indent="-342900">
              <a:lnSpc>
                <a:spcPts val="2200"/>
              </a:lnSpc>
              <a:buSzPct val="100000"/>
              <a:buChar char="•"/>
            </a:pPr>
            <a:r>
              <a:rPr lang="ja-JP" altLang="en-US" sz="1500" dirty="0">
                <a:solidFill>
                  <a:srgbClr val="3333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より実践的な企業研修プログラムも提供しています</a:t>
            </a:r>
            <a:endParaRPr lang="ja-JP" sz="1500" dirty="0"/>
          </a:p>
        </p:txBody>
      </p:sp>
      <p:sp>
        <p:nvSpPr>
          <p:cNvPr id="5" name="Text 3"/>
          <p:cNvSpPr/>
          <p:nvPr/>
        </p:nvSpPr>
        <p:spPr>
          <a:xfrm>
            <a:off x="274320" y="6400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© Stella株式会社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058400" y="182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</a:rPr>
              <a:t>Stella株式会社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Miyabi Slide Generator</dc:creator>
  <cp:lastModifiedBy>Miyabi Slide Generator</cp:lastModifiedBy>
  <cp:revision>1</cp:revision>
  <dcterms:created xsi:type="dcterms:W3CDTF">2025-11-13T06:04:33Z</dcterms:created>
  <dcterms:modified xsi:type="dcterms:W3CDTF">2025-11-13T06:04:33Z</dcterms:modified>
</cp:coreProperties>
</file>